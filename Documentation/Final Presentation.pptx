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56" d="100"/>
          <a:sy n="56" d="100"/>
        </p:scale>
        <p:origin x="198" y="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Traditional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266C1-FD9F-0487-E78C-B9077D8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7A500-2ACC-1771-B6C9-32B94B9A7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41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Traditional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</a:t>
            </a:r>
            <a:r>
              <a:rPr lang="en-US"/>
              <a:t>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endParaRPr lang="en-US" sz="7200" b="1" i="0" kern="1200" cap="all" baseline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Gill Sans Nova</vt:lpstr>
      <vt:lpstr>GradientVTI</vt:lpstr>
      <vt:lpstr>Applied Machine Learning Final Project</vt:lpstr>
      <vt:lpstr>Part 1 – Traditional </vt:lpstr>
      <vt:lpstr>PowerPoint Presentation</vt:lpstr>
      <vt:lpstr>Part 1 – Deep Learning</vt:lpstr>
      <vt:lpstr>Part 2 – Traditional</vt:lpstr>
      <vt:lpstr>Part 2 – Deep Learning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Williams, Sydney</cp:lastModifiedBy>
  <cp:revision>3</cp:revision>
  <dcterms:created xsi:type="dcterms:W3CDTF">2026-05-10T14:20:58Z</dcterms:created>
  <dcterms:modified xsi:type="dcterms:W3CDTF">2026-05-10T14:24:46Z</dcterms:modified>
</cp:coreProperties>
</file>